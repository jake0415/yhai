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YHAI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웹사이트 자동 빌드 플랫폼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B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요약 보고서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5029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3월 14일 | YHAI 기획팀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개요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YHAI가 해결하는 문제와 핵심 가치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비전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AI와 대화하며 원하는 서비스를 설명하면,
요구사항 자동 정리 → AI 에이전트 팀 자동 생성 → 풀스택 코드 + 자동 배포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차별화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도메인 전문가 시스템: AI 전문가가 자동 초빙되어 함께 대화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PM Agent 동적 팀 생성: 복잡도에 맞는 에이전트 팀 자동 구성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코파일럿 빌드: 빌드 중 실시간 개입 가능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사고 과정 스트리밍: AI 팀의 의사결정 과정을 투명하게 공개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타겟 사용자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창업 기획자 (비개발 직군, MVP 빌드)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1인 개발자 (보일러플레이트 자동화)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소상공인 (IT 비전문가, 쉬운 웹사이트 구축)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YHAI 기획 요약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서비스 흐름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대화 → AI 팀 빌드 → 자동 배포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온보딩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"무엇을 만들고 싶으세요?" → 유사 사례 카드 제시 → 초기 컨텍스트 강화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전문가 대화 (티키타카)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도메인 자동 감지 → 전문가 추천 → 멀티 전문가 동시 참여 대화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요구사항 자동 추출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대화에서 기능/디자인/기술 요구사항 자동 정리 → 사용자 확인/수정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AI 팀 자동 생성 (PM Agent)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복잡도 분석 → 적정 팀 규모 결정 → 역할 배정 → Phase 분해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병렬 빌드 실행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Git Worktree 격리 → Frontend + Backend 병렬 → QA 테스트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미리보기 + 배포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3-패널 미리보기 → 포인트&amp;토크 수정 → Vercel 자동 배포 (2-8분)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YHAI 기획 요약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스택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확정된 기술 선택과 근거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657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선택 근거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Frontend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Next.js 15.5 + React 19 + TailwindCSS v4 + shadcn/ui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App Router, Turbopack, 최신 React 기능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Backend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NestJS + TypeScript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프론트와 TS 공유, WebSocket/SSE 내장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DB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Supabase (PostgreSQL + Auth + Storage + Realtime)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올인원 BaaS, RLS 멀티테넌트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Vercel (REST API 파일 업로드)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Next.js 네이티브 배포, Git 불필요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엔진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Claude API + Claude Agent SDK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채팅(Haiku) + 오케스트레이션(Opus+Sonnet)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실시간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SSE (채팅) + Supabase Realtime (빌드)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하이브리드: 스트리밍 + 이벤트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개발 자동화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Claude Code Agent Teams + Git Worktree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에이전트 병렬 실행, 파일 격리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YHAI 기획 요약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시나리오 (Plan 1)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 핵심 시나리오 + 차별화 아이디어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1371600"/>
                <a:gridCol w="4114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시나리오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페르소나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흐름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첫 프로젝트 온보딩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창업 기획자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인텐트 캡처 → 전문가 자동 초빙 → 가이디드 대화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전문가 대화 &amp; 요구사항 정리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창업 기획자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멀티 전문가 동시 참여 → 요구사항 카드 자동 정리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팀 빌드 &amp; 코파일럿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1인 개발자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PM Agent 동적 팀 → Phase 빌드 → 실시간 개입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미리보기 &amp; 수정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소상공인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3-패널 미리보기 → 포인트&amp;토크 수정 → 즉시 반영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배포 &amp; 후속 관리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원클릭 배포 → 커스텀 도메인 → 코드 다운로드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YHAI 기획 요약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창의적 차별화 아이디어 (7개)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경쟁사 대비 YHAI만의 독창적 기능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코파일럿 빌드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빌드 중 실시간 방향 전환 가능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사고 과정 스트리밍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AI 팀의 의사결정 과정 투명 공개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전문가 디베이트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서로 다른 관점의 전문가가 토론 → 최적 설계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브랜치 빌드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두 가지 방향을 동시에 빌드 → 비교 선택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A/B 빌드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디자인 시안 2개를 동시 생성 → A/B 테스트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빌드 리플레이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빌드 과정을 타임라인으로 재생 (마케팅 활용)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스냅샷 포크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갤러리에서 다른 프로젝트를 포크하여 커스터마이징
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YHAI 기획 요약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 아키텍처 (Plan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사이트맵, 화면 구조, 데이터 모델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사이트맵 (4개 영역, 25+ 페이지)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퍼블릭: 랜딩, 요금제, 갤러리, 도움말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인증: 로그인, 회원가입, OAuth, 비밀번호 찾기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포탈: 대시보드, 프로젝트(7개 탭), 설정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관리자: 사용자/프로젝트/전문가/통계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7개 탭 (핵심 화면)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 → 요구사항 → AI 팀 → 빌드(Mission Control) → 미리보기 → 배포 → 설정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모델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20+ 테이블 (User, Project, Conversation, Message, Agent, Task, Phase 등)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프로젝트 상태 머신 8단계: CREATED → CHATTING → REQUIREMENTS → TEAM_READY → BUILDING → PREVIEW → DEPLOYED → ARCHIVED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엔드포인트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10개 카테고리, 50+ 엔드포인트 (인증, 프로젝트, 채팅, 전문가, 빌드, 배포 등)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YHAI 기획 요약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배포/인프라 전략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Vercel + Supabase 하이브리드 멀티테넌트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아키텍처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Vercel REST API 파일 인라인 업로드 (Git 불필요, 2-8분)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Supabase: DB + Auth + Storage + Realtime 올인원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멀티테넌트 전략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Free/Starter: 공유 Supabase + RLS 격리 (사용자당 ~$0.50-2.00)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Pro 이상: 전용 Supabase 프로젝트 ($25/월/사용자)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구조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100명: ~$295/월  |  500명: ~$920/월  |  1,000명: ~$2,175/월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요금제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Free($0) / Starter($19) / Pro($49) / Business($149) / Enterprise(커스텀)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리스크 대응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Scale-to-Zero 미지원 → 공유 RLS로 비용 분산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WebSocket 미지원 → Supabase Realtime + SSE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서울 리전 없음 → 도쿄 리전 + Vercel Edge 캐시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YHAI 기획 요약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에이전트 팀 구성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 Code 자동화 개발 — 복잡도별 동적 팀 결정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구성 원칙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PM Agent = "Coordinator, Never Coder" (조율만, 코드 작성 금지)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Opus(리드) + Sonnet(실행) 조합 → 단일 Opus 대비 90.2% 성능 향상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Contract-First: TypeScript 타입 정의로 API 계약 → FE/BE 병렬 구현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A: 3인 Lean (Low 복잡도)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PM(Opus) + Fullstack(Sonnet) + Foundation(Sonnet)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B: 4인 Standard (Medium 복잡도) ← YHAI 기본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PM(Opus) + Frontend(Sonnet) + Backend(Sonnet) + Quality(Sonnet)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C: 5인 Expert (High 복잡도)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PM(Opus) + Frontend + Backend + Data + Guardian(Sonnet)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빌드 파이프라인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0(초기화) → Phase 1(DB 스키마) → Phase 2(FE+BE 병렬)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Phase 3(외부 API) → Phase 4(QA) → Phase 5(배포)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YHAI 기획 요약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아키텍처 (Plan 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프론트엔드 / 백엔드 / AI 오케스트레이션 / 데이터베이스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프론트엔드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Next.js 15 App Router: Server Components(목록/레이아웃) + Client Components(채팅/빌드)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상태: TanStack Query(서버) + Zustand(클라이언트) + Supabase Realtime(실시간)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NestJS 모듈: auth, projects, chat, experts, team, build, deploy, billing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BullMQ + Upstash Redis: 에이전트 작업 큐, 위상 정렬 기반 의존성 실행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오케스트레이션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PM Agent(Opus) → 팀 구성 → Phase 분해 → BullMQ 큐 → 에이전트(Sonnet) 병렬 실행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Git Worktree 파일 격리 + 메시지박스 에이전트 간 통신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통신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SSE: 채팅 스트리밍, PM 분석, 사고 과정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Supabase Realtime: 빌드 이벤트, 배포 상태, 알림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Supabase Auth(JWT) + RLS + Rate Limiting(Upstash) + AES-256 키 암호화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YHAI 기획 요약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UI/UX 디자인 가이드 (Plan 4)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 원칙, 핵심 화면, 인터랙션 패턴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 원칙 5가지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투명성 (AI 의사결정 공개) ② 점진적 공개 ③ 실시간 피드백
④ 사용자 주도 제어 ⑤ 접근성 우선 (WCAG 2.1 AA)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 시스템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컬러: Indigo(Primary) + Slate(Secondary) + 전문가별 9색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타이포: Pretendard + Inter | shadcn/ui (new-york style) + Radix + Lucide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화면 와이어프레임 8개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랜딩(P1), 대시보드(D1), 새 프로젝트(D2), 채팅(PJ1)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요구사항(PJ2), AI팀(PJ3), Mission Control(PJ4), 미리보기(PJ5)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인터랙션 패턴 6가지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 스트리밍 | 전문가 초빙 트랜지션 | 빌드 진행 애니메이션
포인트&amp;토크 수정 | 드래그&amp;드롭 | 실시간 비용 카운터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반응형: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3-패널→2-패널→탭 전환 | 사이드바→바텀네비 | 채팅 풀스크린(모바일)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YHAI 기획 요약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PRD 기능 요구사항 (Plan 5)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MoSCoW 분류 — Must/Should/Could/Won't Have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5943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기능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Must Have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(MVP)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인증(OAuth), 프로젝트 생성, 전문가 추천/초빙, 멀티 전문가 채팅,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요구사항 추출, PM Agent 팀 구성, AI 빌드, 미리보기, 수정, 배포, 대시보드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Should Have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(V1)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코파일럿 빌드, 사고 과정 스트리밍, 비용 대시보드,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프로젝트 재방문, 요금제(Free/Pro/Business), Stripe 결제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Could Have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(V2)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전문가 디베이트, 브랜치 빌드(A/B), 빌드 리플레이,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스냅샷 포크 갤러리, 커스텀 도메인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Won't Have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모바일 앱, 자체 호스팅, 코드 에디터, 팀 협업,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백엔드 전용 생성, 기존 코드 임포트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YHAI 기획 요약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로드맵 (Plan 5)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12주 타임라인 — 5 Phase + V2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3657600"/>
                <a:gridCol w="23774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Phase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내용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완료 기준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Phase 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(1주)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모노레포, Next.js Route Group,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NestJS, Supabase DB, CI/CD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npm run build 성공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DB 마이그레이션 완료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Phase 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(MVP)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W2-W5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(4주)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인증, 대시보드, 전문가 채팅,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요구사항 추출, 단일 에이전트 빌드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전문가 대화→빌드→미리보기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E2E 플로우 동작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Phase 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W6-W8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(3주)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PM Agent, 동적 팀 구성,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Phase 빌드, Git Worktree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멀티 에이전트 빌드 성공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Mission Control UI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Phase 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(V1)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W9-W10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(2주)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Vercel 배포, 포인트&amp;토크,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프로젝트 재방문, 랜딩 페이지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 배포 파이프라인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Lighthouse 90+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Phase 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W11-W12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(2주)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요금제, Stripe 결제,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비용 대시보드, 최종 QA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결제 플로우 E2E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프로덕션 배포 준비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W13+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빌드 리플레이, 스냅샷 포크,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전문가 디베이트, A/B 빌드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성장 기능 9개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YHAI 기획 요약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완료 현황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Plan 1~5 전체 완료 — 총 20+ 산출물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286000"/>
                <a:gridCol w="1371600"/>
                <a:gridCol w="38404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Plan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산출물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 시나리오 v2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완료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페르소나 3명, 시나리오 5개, 차별화 12개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추가 조사 3건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완료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Vercel+Supabase, Claude Code 자동화, 팀 구성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정보 아키텍처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완료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사이트맵 25+, ERD 20+, API 50+, URL 구조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 아키텍처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완료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10개 섹션, 1,400줄 (FE/BE/AI/DB/배포/보안)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UI/UX 디자인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완료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와이어프레임 8개, 디자인 시스템, 인터랙션 6개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PRD + ROADMAP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완료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MoSCoW 28기능, 12주 로드맵, KPI 5개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YHAI 기획 요약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비기능 요구사항 + 성공 지표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성능, 보안, 확장성 요구사항 및 KPI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 요구사항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채팅 응답 첫 토큰: &lt; 500ms | 빌드 시작: &lt; 3초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API P99: &lt; 600ms | AI 코드 생성: &lt; 30초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확장성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MVP: 동시 100명 → V1: 1,000명 → V2: 10,000명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OAuth 2.0, RLS 행 수준 격리, Rate Limiting, AES-256 키 암호화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 지표 (KPIs)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프로젝트 완성률: &gt; 60% (빌드 시작 → 배포)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평균 빌드 시간: MVP &lt; 10분, V1 &lt; 5분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유료 전환율: &gt; 5%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NPS: &gt; 30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MRR: V1 기준 $2,000 목표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YHAI 기획 요약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단계: 구현 시작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완료 → 개발 착수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리뷰 요청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본 PPT의 Plan 1~5 내용을 검토해주세요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수정/보완이 필요한 부분을 알려주시면 즉시 반영하겠습니다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확인 후 구현 착수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Phase 0 (1주): 모노레포 구조, DB 스키마, CI/CD 세팅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Phase 1 (4주): MVP 핵심 기능 구현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Claude Code Agent Teams로 자동 개발 파이프라인 가동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 전체 목록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docs/planning/user-scenarios.md — 서비스 시나리오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docs/planning/information-architecture.md — 정보 아키텍처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docs/planning/system-architecture.md — 시스템 아키텍처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docs/planning/ui-ux-design-guide.md — UI/UX 가이드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docs/planning/prd.md — 제품 요구사항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docs/planning/roadmap.md — 구현 로드맵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YHAI 기획 요약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YHAI - AI 웹사이트 자동 빌드 플랫폼 기획 요약</dc:title>
  <dc:subject>PptxGenJS Presentation</dc:subject>
  <dc:creator>YHAI 기획팀</dc:creator>
  <cp:lastModifiedBy>YHAI 기획팀</cp:lastModifiedBy>
  <cp:revision>1</cp:revision>
  <dcterms:created xsi:type="dcterms:W3CDTF">2026-03-14T00:05:38Z</dcterms:created>
  <dcterms:modified xsi:type="dcterms:W3CDTF">2026-03-14T00:05:38Z</dcterms:modified>
</cp:coreProperties>
</file>